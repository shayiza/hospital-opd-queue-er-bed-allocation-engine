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F00D7-39C0-7625-E24D-8E2BEA01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5E9D45C-4937-D1E1-3C03-C73E356AF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28079E10-8403-AD90-9460-8462D24482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B9F4852-563D-FE60-D666-009A4C86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44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F481-CA3F-610C-7CF3-9F8D13F0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873825C6-7613-E1A1-9E12-DDB06ABD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80B16-C1FF-EC35-6FF5-758BE952D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FD3ACD-DC51-87CC-29E3-0D936046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</a:t>
            </a:r>
            <a:r>
              <a:rPr lang="en-US" dirty="0" err="1">
                <a:solidFill>
                  <a:schemeClr val="bg1"/>
                </a:solidFill>
              </a:rPr>
              <a:t>Tmplate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25E50-7277-E5CA-E3F0-7005680E8FFC}"/>
              </a:ext>
            </a:extLst>
          </p:cNvPr>
          <p:cNvSpPr txBox="1"/>
          <p:nvPr/>
        </p:nvSpPr>
        <p:spPr>
          <a:xfrm>
            <a:off x="2084439" y="217557"/>
            <a:ext cx="8691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RESOLVE HACKATHON 2026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303E7E-B769-CFB2-FEFD-F38EDD8C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6168" cy="15873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29EDD9-F4EA-F252-C897-2CE7CB879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072" y="326891"/>
            <a:ext cx="1923810" cy="6476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A55358-B747-F45B-0760-CCF50B164C54}"/>
              </a:ext>
            </a:extLst>
          </p:cNvPr>
          <p:cNvSpPr txBox="1"/>
          <p:nvPr/>
        </p:nvSpPr>
        <p:spPr>
          <a:xfrm>
            <a:off x="442452" y="1848465"/>
            <a:ext cx="113267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2">
                    <a:lumMod val="50000"/>
                  </a:schemeClr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HOSPITAL OPD QUEUE &amp; EMERGENCY BED ALLOCATION ENGINE</a:t>
            </a:r>
            <a:endParaRPr lang="en-IN" sz="6000" dirty="0">
              <a:solidFill>
                <a:schemeClr val="accent2">
                  <a:lumMod val="50000"/>
                </a:schemeClr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5999D-0996-066A-C025-1F933425995A}"/>
              </a:ext>
            </a:extLst>
          </p:cNvPr>
          <p:cNvSpPr txBox="1"/>
          <p:nvPr/>
        </p:nvSpPr>
        <p:spPr>
          <a:xfrm>
            <a:off x="7135600" y="4971908"/>
            <a:ext cx="402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ptos ExtraBold" panose="020F0502020204030204" pitchFamily="34" charset="0"/>
              </a:rPr>
              <a:t>-SHAYIZA(KITSW B26EC201L)</a:t>
            </a:r>
            <a:endParaRPr lang="en-IN" b="1" dirty="0">
              <a:solidFill>
                <a:srgbClr val="0070C0"/>
              </a:solidFill>
              <a:latin typeface="Aptos ExtraBold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64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8342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Digital OPD token system assigns patients a queue number.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 Patients can view their queue position and estimated waiting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Emergency patients are identified through triage-based priority.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ER dashboard shows available, occupied and reserved beds.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Doctors, nurses and reception staff can view real-time status.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Combines OPD queue + Emergency priority + ER bed allocation in one system.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B2632-639C-9153-F3FE-13F7FE285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590" y="411961"/>
            <a:ext cx="1923810" cy="647619"/>
          </a:xfrm>
          <a:prstGeom prst="rect">
            <a:avLst/>
          </a:prstGeom>
        </p:spPr>
      </p:pic>
      <p:sp>
        <p:nvSpPr>
          <p:cNvPr id="5" name="Rectangle: Rounded Corners 4" descr="Your startup LOGO">
            <a:extLst>
              <a:ext uri="{FF2B5EF4-FFF2-40B4-BE49-F238E27FC236}">
                <a16:creationId xmlns:a16="http://schemas.microsoft.com/office/drawing/2014/main" id="{CCA37A3F-F527-5A69-B1D9-97AA0169DC0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4163" cy="8073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Hacksphere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8A5B3C-9694-0221-9AAE-56F4137F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961" y="254080"/>
            <a:ext cx="871629" cy="963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5DC30B-BF00-4609-C0F6-4ECAFF318D16}"/>
              </a:ext>
            </a:extLst>
          </p:cNvPr>
          <p:cNvSpPr txBox="1"/>
          <p:nvPr/>
        </p:nvSpPr>
        <p:spPr>
          <a:xfrm>
            <a:off x="2240280" y="1691640"/>
            <a:ext cx="4951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Bahnschrift SemiBold Condensed" panose="020B0502040204020203" pitchFamily="34" charset="0"/>
              </a:rPr>
              <a:t>Hospital OPD Queue &amp; ER Bed Allocation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7483" y="9786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97594-0CFD-42A3-DA97-72DC444B7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589" y="321950"/>
            <a:ext cx="1923810" cy="647619"/>
          </a:xfrm>
          <a:prstGeom prst="rect">
            <a:avLst/>
          </a:prstGeom>
        </p:spPr>
      </p:pic>
      <p:sp>
        <p:nvSpPr>
          <p:cNvPr id="5" name="Rectangle: Rounded Corners 4" descr="Your startup LOGO">
            <a:extLst>
              <a:ext uri="{FF2B5EF4-FFF2-40B4-BE49-F238E27FC236}">
                <a16:creationId xmlns:a16="http://schemas.microsoft.com/office/drawing/2014/main" id="{ABA76B21-C707-ABC2-9DDD-FADC86D525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9299" cy="8073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Hacksphere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408E1E-29BF-C940-894D-D9932629D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960" y="164069"/>
            <a:ext cx="871629" cy="963380"/>
          </a:xfrm>
          <a:prstGeom prst="rect">
            <a:avLst/>
          </a:prstGeom>
        </p:spPr>
      </p:pic>
      <p:pic>
        <p:nvPicPr>
          <p:cNvPr id="12" name="Picture 11" descr="The image illustrates a hospital workflow system for managing patient queues, emergency paths, and bed allocation, including token generation and staff monitoring.&#10;&#10;AI-generated content may be incorrect.">
            <a:extLst>
              <a:ext uri="{FF2B5EF4-FFF2-40B4-BE49-F238E27FC236}">
                <a16:creationId xmlns:a16="http://schemas.microsoft.com/office/drawing/2014/main" id="{78C0BCEE-7272-486D-B88D-52F38C38A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76375"/>
            <a:ext cx="1219200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9436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94944" y="1792225"/>
            <a:ext cx="9299956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Uses low-cost and easily available technologies.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ESP32 can be used for the IoT prototype.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Web application can be accessed from computers or smartphones.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Can initially be implemented as a prototype and later scaled to hospitals.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Bed status may not always be updated.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Network/internet failure.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Incorrect patient information.</a:t>
            </a:r>
          </a:p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Solutions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Simple one-click bed status update.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Periodic data verification.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Local/fallback display for important information.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Role-based access for hospital staff.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Idea submission- 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CBD232-5143-1E1F-D183-6C8AC49E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417" y="252246"/>
            <a:ext cx="1923810" cy="647619"/>
          </a:xfrm>
          <a:prstGeom prst="rect">
            <a:avLst/>
          </a:prstGeom>
        </p:spPr>
      </p:pic>
      <p:sp>
        <p:nvSpPr>
          <p:cNvPr id="5" name="Rectangle: Rounded Corners 4" descr="Your startup LOGO">
            <a:extLst>
              <a:ext uri="{FF2B5EF4-FFF2-40B4-BE49-F238E27FC236}">
                <a16:creationId xmlns:a16="http://schemas.microsoft.com/office/drawing/2014/main" id="{9CA01448-A2DB-443D-757F-4ED97831B2D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1867" cy="8073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Hacksphere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9094E7-47D8-9DBB-25C3-E290AE49F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6788" y="94365"/>
            <a:ext cx="871629" cy="9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467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Impact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Reduces unnecessary patient waiting time.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Helps staff identify emergency cases quickly.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Makes ER bed availability easier to monitor.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Improves coordination between reception, doctors and nurses.</a:t>
            </a:r>
          </a:p>
          <a:p>
            <a:pPr lvl="0" algn="just"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i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Better patient experience and faster emergency response.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Better utilization of hospital beds and staff.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Operational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Centralized real-time queue and bed information.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u="sng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Scalable</a:t>
            </a: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Can be extended to multiple departments and hospitals.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Rectangle: Rounded Corners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2451" cy="8073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Hacksphere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B74880-323A-5B1F-7F9F-116FCBF9C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094" y="252246"/>
            <a:ext cx="1923810" cy="6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0F7656-6C96-043E-0685-5CBBF15AD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465" y="94365"/>
            <a:ext cx="871629" cy="9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3624" y="84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PROTOTYPE SUBMISSION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B6A419-86D2-BADB-397E-60425ADCF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417" y="252246"/>
            <a:ext cx="1923810" cy="647619"/>
          </a:xfrm>
          <a:prstGeom prst="rect">
            <a:avLst/>
          </a:prstGeom>
        </p:spPr>
      </p:pic>
      <p:sp>
        <p:nvSpPr>
          <p:cNvPr id="5" name="Rectangle: Rounded Corners 4" descr="Your startup LOGO">
            <a:extLst>
              <a:ext uri="{FF2B5EF4-FFF2-40B4-BE49-F238E27FC236}">
                <a16:creationId xmlns:a16="http://schemas.microsoft.com/office/drawing/2014/main" id="{A07B3C3D-89F2-FEAD-931C-BE1A9D0C45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4163" cy="80733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Hacksphere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DB8BE8-E8CE-BC9A-57E2-2D3910066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465" y="94365"/>
            <a:ext cx="871629" cy="9633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3CD1A0-F723-46AF-B7EB-D01C57425701}"/>
              </a:ext>
            </a:extLst>
          </p:cNvPr>
          <p:cNvSpPr txBox="1"/>
          <p:nvPr/>
        </p:nvSpPr>
        <p:spPr>
          <a:xfrm>
            <a:off x="447675" y="1513981"/>
            <a:ext cx="840105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Prototype Components</a:t>
            </a:r>
          </a:p>
          <a:p>
            <a:r>
              <a:rPr lang="en-IN" b="1" u="sng" dirty="0"/>
              <a:t>Software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OPD Token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Queue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Emergency Priority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ER Bed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4711FA-8559-F1E7-E22C-77E731E870D1}"/>
              </a:ext>
            </a:extLst>
          </p:cNvPr>
          <p:cNvSpPr txBox="1"/>
          <p:nvPr/>
        </p:nvSpPr>
        <p:spPr>
          <a:xfrm>
            <a:off x="447675" y="3916976"/>
            <a:ext cx="34015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Hardware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ESP32IR/Ultrasonic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Buzzer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Breadboard and jumper wires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KeyPad</a:t>
            </a:r>
            <a:endParaRPr lang="en-IN" dirty="0"/>
          </a:p>
        </p:txBody>
      </p:sp>
      <p:pic>
        <p:nvPicPr>
          <p:cNvPr id="12" name="Picture 11" descr="The image displays a code snippet with a library manager and a keypad layout for a simulation, including options for patient registration, viewing the operating room (OR) queue, viewing emergency room (ER) beds, and a hospital dashboard.&#10;&#10;AI-generated content may be incorrect.">
            <a:extLst>
              <a:ext uri="{FF2B5EF4-FFF2-40B4-BE49-F238E27FC236}">
                <a16:creationId xmlns:a16="http://schemas.microsoft.com/office/drawing/2014/main" id="{4C75E659-2B34-791C-1132-B8B985577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682" y="975954"/>
            <a:ext cx="7845117" cy="588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0B6FB7-7F61-1F54-EC8E-5A2FD4F3E65F}"/>
              </a:ext>
            </a:extLst>
          </p:cNvPr>
          <p:cNvSpPr txBox="1"/>
          <p:nvPr/>
        </p:nvSpPr>
        <p:spPr>
          <a:xfrm>
            <a:off x="2697480" y="3081528"/>
            <a:ext cx="72603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</a:t>
            </a:r>
            <a:r>
              <a:rPr lang="en-IN" sz="4400" dirty="0">
                <a:solidFill>
                  <a:srgbClr val="00B0F0"/>
                </a:solidFill>
              </a:rPr>
              <a:t>THANK</a:t>
            </a:r>
            <a:r>
              <a:rPr lang="en-IN" sz="4400" dirty="0"/>
              <a:t>  </a:t>
            </a:r>
            <a:r>
              <a:rPr lang="en-IN" dirty="0"/>
              <a:t> </a:t>
            </a:r>
            <a:r>
              <a:rPr lang="en-IN" sz="4400" dirty="0">
                <a:solidFill>
                  <a:srgbClr val="00B0F0"/>
                </a:solidFill>
              </a:rPr>
              <a:t>YOU!</a:t>
            </a:r>
            <a:r>
              <a:rPr lang="en-IN" sz="4000" dirty="0">
                <a:solidFill>
                  <a:srgbClr val="00B0F0"/>
                </a:solidFill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7749</TotalTime>
  <Words>347</Words>
  <Application>Microsoft Office PowerPoint</Application>
  <PresentationFormat>Widescreen</PresentationFormat>
  <Paragraphs>85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Aptos ExtraBold</vt:lpstr>
      <vt:lpstr>Arial</vt:lpstr>
      <vt:lpstr>Bahnschrift SemiBold Condensed</vt:lpstr>
      <vt:lpstr>Book Antiqua</vt:lpstr>
      <vt:lpstr>Calibri</vt:lpstr>
      <vt:lpstr>Garamond</vt:lpstr>
      <vt:lpstr>Times New Roman</vt:lpstr>
      <vt:lpstr>TradeGothic</vt:lpstr>
      <vt:lpstr>Office Theme</vt:lpstr>
      <vt:lpstr> </vt:lpstr>
      <vt:lpstr> IDEA TITLE</vt:lpstr>
      <vt:lpstr>TECHNICAL APPROACH</vt:lpstr>
      <vt:lpstr>FEASIBILITY AND VIABILITY</vt:lpstr>
      <vt:lpstr>IMPACT AND BENEFITS</vt:lpstr>
      <vt:lpstr>PROTOTYPE SUBMISSION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SHAYIZA</dc:creator>
  <cp:keywords/>
  <dc:description/>
  <cp:lastModifiedBy>Fayaz Syed</cp:lastModifiedBy>
  <cp:revision>155</cp:revision>
  <dcterms:created xsi:type="dcterms:W3CDTF">2013-12-12T18:46:50Z</dcterms:created>
  <dcterms:modified xsi:type="dcterms:W3CDTF">2026-10-15T15:20:37Z</dcterms:modified>
  <cp:category/>
</cp:coreProperties>
</file>